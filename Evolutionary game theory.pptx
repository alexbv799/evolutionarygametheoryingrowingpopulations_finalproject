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0" r:id="rId1"/>
  </p:sldMasterIdLst>
  <p:sldIdLst>
    <p:sldId id="256" r:id="rId2"/>
    <p:sldId id="258" r:id="rId3"/>
    <p:sldId id="260" r:id="rId4"/>
    <p:sldId id="261" r:id="rId5"/>
    <p:sldId id="264" r:id="rId6"/>
    <p:sldId id="263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3861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962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1798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650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658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449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713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890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123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633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9319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31BA835-12AC-4E8F-955A-EA3F4DE2791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27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  <p:sldLayoutId id="2147484070" r:id="rId10"/>
    <p:sldLayoutId id="21474840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D543E-0EC8-AF53-5271-06499902F0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FD69F23-B226-3851-A1E0-6B5F2E490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184" y="3931920"/>
            <a:ext cx="3913632" cy="93421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C. BRUGUERA VICENTE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5648271-64CE-057F-695A-97D286DC5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545330"/>
            <a:ext cx="10058400" cy="194767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chemeClr val="bg1"/>
                </a:solidFill>
              </a:rPr>
              <a:t>Evolutionary Game Theory 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in Growing Populations</a:t>
            </a:r>
          </a:p>
        </p:txBody>
      </p:sp>
    </p:spTree>
    <p:extLst>
      <p:ext uri="{BB962C8B-B14F-4D97-AF65-F5344CB8AC3E}">
        <p14:creationId xmlns:p14="http://schemas.microsoft.com/office/powerpoint/2010/main" val="594368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B12041-94FA-07AA-37CE-D57EA792546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2C1649B-E054-DB0A-98A9-BFD819E903A8}"/>
              </a:ext>
            </a:extLst>
          </p:cNvPr>
          <p:cNvSpPr/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E84DB6-2224-C916-F2E1-CAC07963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Index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903431-55E9-9581-7A0A-70E5481715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F8FA37-C320-C1C8-2902-42755C56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963"/>
            <a:ext cx="10058400" cy="395156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General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Prisoner’s dilemma game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Result: Overshoot and transient increase of cooperation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Result: Competition between selection and growth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19988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F01D-71F2-83CE-4C80-BC25111B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6A8EE9-B76C-A73F-DCD1-ECF9AF78B8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9E5BC46-C07D-526F-6527-8E8E40D66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811145-2048-BF86-6766-8D37AC6D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2E24CB-C30D-CA43-2B77-54D706933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1897D75B-FE58-6A98-BB4A-3C339A8C7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962"/>
            <a:ext cx="10058400" cy="3845132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2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5CA7-5346-1564-07A7-84D92C96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E94E59-3DBD-3C1E-1407-8593148C1C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D10ABCB-3492-E069-2179-0F32390BB6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3DEDC-9A96-D4B1-C3C3-71C0F20F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General model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CB7EDF-0E69-9F86-1446-4490A998C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A2C195-009E-23CD-7A60-716FEDD71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110"/>
            <a:ext cx="10058400" cy="425964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tx1"/>
                </a:solidFill>
                <a:latin typeface="+mj-lt"/>
              </a:rPr>
              <a:t>Birth-death dynamics</a:t>
            </a:r>
          </a:p>
        </p:txBody>
      </p:sp>
      <p:sp>
        <p:nvSpPr>
          <p:cNvPr id="3" name="Marcador de contenido 7">
            <a:extLst>
              <a:ext uri="{FF2B5EF4-FFF2-40B4-BE49-F238E27FC236}">
                <a16:creationId xmlns:a16="http://schemas.microsoft.com/office/drawing/2014/main" id="{E0A0CFE9-6616-A435-A8AF-A1C2FD97FC34}"/>
              </a:ext>
            </a:extLst>
          </p:cNvPr>
          <p:cNvSpPr txBox="1">
            <a:spLocks/>
          </p:cNvSpPr>
          <p:nvPr/>
        </p:nvSpPr>
        <p:spPr>
          <a:xfrm>
            <a:off x="1176528" y="2660238"/>
            <a:ext cx="10058400" cy="4259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Birth-death dynamics</a:t>
            </a:r>
          </a:p>
        </p:txBody>
      </p:sp>
    </p:spTree>
    <p:extLst>
      <p:ext uri="{BB962C8B-B14F-4D97-AF65-F5344CB8AC3E}">
        <p14:creationId xmlns:p14="http://schemas.microsoft.com/office/powerpoint/2010/main" val="426119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AC5F-DDC4-D47A-356E-B9B3FD96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569C9-FD9F-7896-37A5-1FEAC7835B8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BC5B0D8-F3E1-1C68-2C7F-AC7FAF8E2B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882E6F-8348-055D-CFEE-202673CA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General model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775178-9E90-5DFC-6423-A43A69119E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E014015-4109-2283-C820-060247D70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110"/>
            <a:ext cx="10058400" cy="425964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tx1"/>
                </a:solidFill>
                <a:latin typeface="+mj-lt"/>
              </a:rPr>
              <a:t>Deterministic limit</a:t>
            </a:r>
          </a:p>
        </p:txBody>
      </p:sp>
      <p:sp>
        <p:nvSpPr>
          <p:cNvPr id="3" name="Marcador de contenido 7">
            <a:extLst>
              <a:ext uri="{FF2B5EF4-FFF2-40B4-BE49-F238E27FC236}">
                <a16:creationId xmlns:a16="http://schemas.microsoft.com/office/drawing/2014/main" id="{D5DAE671-EADC-0276-1F07-F7D1748F4023}"/>
              </a:ext>
            </a:extLst>
          </p:cNvPr>
          <p:cNvSpPr txBox="1">
            <a:spLocks/>
          </p:cNvSpPr>
          <p:nvPr/>
        </p:nvSpPr>
        <p:spPr>
          <a:xfrm>
            <a:off x="1176528" y="2660238"/>
            <a:ext cx="10058400" cy="4259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vv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58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279E-6A5F-2061-597D-14D2A10C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9D0B61-A060-EDBE-3CEB-8CD56565FCF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E541057-701D-3E0F-F532-3E5EEA65F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80F709-5E90-75D7-9B41-2277DD00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Prisoner’s dilemma game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74B620-591F-6E66-6BAC-3848568AFC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45C3FB5C-A5E9-FF97-F0F8-C0A29C95D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962"/>
            <a:ext cx="10058400" cy="3845132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85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3A6E-39A6-B8DB-75D2-048E1B5A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A1F4D8-4498-F748-3D0D-B7A2A4766F3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EB74515-047D-FCD6-3726-2DC0D5C736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F6F8D6-66EA-D62C-F3E8-F7C2CD1F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Prisoner’s dilemma game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D306BB-D856-7A31-C351-36F297331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204203D-E481-FC23-6AC2-DC48BB47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962"/>
            <a:ext cx="10058400" cy="3845132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59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20F7-D480-2274-2F41-D8C21F9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DD6B6A-AB3C-0CAA-BFDB-DAD5D371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0"/>
            <a:ext cx="12192000" cy="68579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705B96-DD40-B15A-02E6-B2157A4E25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697264"/>
            <a:ext cx="1019860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C2DA98-3B97-E3E0-C1E9-59F101B9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1" y="765110"/>
            <a:ext cx="10127695" cy="790872"/>
          </a:xfrm>
        </p:spPr>
        <p:txBody>
          <a:bodyPr>
            <a:norm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6A1117-1B51-3DF8-73FF-AC51716617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72" y="2023962"/>
            <a:ext cx="10198608" cy="4290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932B2E8-C625-1ED1-2E88-DA0AAFFF4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962"/>
            <a:ext cx="10058400" cy="3845132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1279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</TotalTime>
  <Words>52</Words>
  <Application>Microsoft Office PowerPoint</Application>
  <PresentationFormat>Panorámica</PresentationFormat>
  <Paragraphs>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Retrospección</vt:lpstr>
      <vt:lpstr>Evolutionary Game Theory  in Growing Populations</vt:lpstr>
      <vt:lpstr>Index</vt:lpstr>
      <vt:lpstr>Introduction</vt:lpstr>
      <vt:lpstr>General model</vt:lpstr>
      <vt:lpstr>General model</vt:lpstr>
      <vt:lpstr>Prisoner’s dilemma game</vt:lpstr>
      <vt:lpstr>Prisoner’s dilemma game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Bruguera Vicente</dc:creator>
  <cp:lastModifiedBy>Carla Bruguera Vicente</cp:lastModifiedBy>
  <cp:revision>6</cp:revision>
  <dcterms:created xsi:type="dcterms:W3CDTF">2026-05-20T10:23:58Z</dcterms:created>
  <dcterms:modified xsi:type="dcterms:W3CDTF">2026-05-20T11:06:46Z</dcterms:modified>
</cp:coreProperties>
</file>